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7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  <Relationship Id="rId17" Type="http://schemas.openxmlformats.org/officeDocument/2006/relationships/slide" Target="slides/slide11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s://ai-content-studio-m8q2.onrender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1E2A45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548640"/>
            <a:ext cx="2377440" cy="2377440"/>
          </a:xfrm>
          <a:prstGeom prst="ellipse">
            <a:avLst/>
          </a:prstGeom>
          <a:solidFill>
            <a:srgbClr val="121A2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870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SOFTPRO INDIA COMPUTER TECHNOLOGIES PVT. LTD.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10241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45-Day Internship in Agentic AI</a:t>
            </a:r>
            <a:endParaRPr lang="en-US" sz="34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Generative AI with Python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real, deployed agentic &amp; generative-AI applications — from Python foundations to a full capstone project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617720"/>
            <a:ext cx="10515600" cy="1417320"/>
          </a:xfrm>
          <a:prstGeom prst="rect">
            <a:avLst>
              <a:gd name="adj" fmla="val 5161"/>
            </a:avLst>
          </a:prstGeom>
          <a:solidFill>
            <a:srgbClr val="121A2E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4800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5074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Ayush Singh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54589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MCA2025113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4800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0" y="5074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Invertis University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0" y="54589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Department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0" y="4800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46720" y="5074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Ms. Suhani Bhardwaj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046720" y="54589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Guide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Internship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6035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45-day, hands-on AI Development Summer Training program by Softpro School of AI (Course code: SSAI-101), focused on Agentic AI and Generative AI with Python. The program follows a day-by-day, project-driven format — moving from core Python to production-style RAG and multi-agent systems, entirely on free-tier infrastructure.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949440" y="1234440"/>
            <a:ext cx="466344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78040" y="123444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366760" y="123444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of training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949440" y="2039112"/>
            <a:ext cx="466344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78040" y="2039112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366760" y="203911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of learning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949440" y="2843784"/>
            <a:ext cx="466344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178040" y="2843784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3+1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366760" y="2843784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Mini-projects + capstone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11064240" cy="2331720"/>
          </a:xfrm>
          <a:prstGeom prst="roundRect">
            <a:avLst>
              <a:gd name="adj" fmla="val 3922"/>
            </a:avLst>
          </a:prstGeom>
          <a:solidFill>
            <a:srgbClr val="0B122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931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422452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45-Days-LLM-Engineering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14400" y="4645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github.com/ayushsingh01894/45-Days-LLM-Engineering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14400" y="50292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stack used throughout: Groq (primary LLM API) · Ollama (local models) · Hugging Face · Gemini · Chroma / pgvector + Supabase · Streamlit / Gradio · Langfuse · deployed on HF Spaces / Streamlit Cloud / Render.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45-Day Agentic AI &amp; Generative AI Internship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of the Internship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463040"/>
            <a:ext cx="566928" cy="566928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63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64" dirty="0"/>
          </a:p>
        </p:txBody>
      </p:sp>
      <p:sp>
        <p:nvSpPr>
          <p:cNvPr id="6" name="Text 4"/>
          <p:cNvSpPr/>
          <p:nvPr/>
        </p:nvSpPr>
        <p:spPr>
          <a:xfrm>
            <a:off x="1554480" y="14173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strong Python foundations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54480" y="1856232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core programming concepts before touching any AI/LLM tooling.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23444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6520" y="1463040"/>
            <a:ext cx="566928" cy="566928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463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64" dirty="0"/>
          </a:p>
        </p:txBody>
      </p:sp>
      <p:sp>
        <p:nvSpPr>
          <p:cNvPr id="11" name="Text 9"/>
          <p:cNvSpPr/>
          <p:nvPr/>
        </p:nvSpPr>
        <p:spPr>
          <a:xfrm>
            <a:off x="7223760" y="14173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hands-on with LLM APIs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223760" y="1856232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real API calls, engineer prompts, and integrate multiple LLM providers.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06324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291840"/>
            <a:ext cx="566928" cy="566928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291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64" dirty="0"/>
          </a:p>
        </p:txBody>
      </p:sp>
      <p:sp>
        <p:nvSpPr>
          <p:cNvPr id="16" name="Text 14"/>
          <p:cNvSpPr/>
          <p:nvPr/>
        </p:nvSpPr>
        <p:spPr>
          <a:xfrm>
            <a:off x="1554480" y="32461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 RAG &amp; memory systems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54480" y="3685032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semantic search and retrieval-augmented generation over real documents.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306324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6520" y="3291840"/>
            <a:ext cx="566928" cy="566928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3291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64" dirty="0"/>
          </a:p>
        </p:txBody>
      </p:sp>
      <p:sp>
        <p:nvSpPr>
          <p:cNvPr id="21" name="Text 19"/>
          <p:cNvSpPr/>
          <p:nvPr/>
        </p:nvSpPr>
        <p:spPr>
          <a:xfrm>
            <a:off x="7223760" y="32461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agentic AI systems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223760" y="3685032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LangChain, LangGraph, CrewAI and AutoGen to build tool-using, multi-agent workflows.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89204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5120640"/>
            <a:ext cx="566928" cy="566928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120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64" dirty="0"/>
          </a:p>
        </p:txBody>
      </p:sp>
      <p:sp>
        <p:nvSpPr>
          <p:cNvPr id="26" name="Text 24"/>
          <p:cNvSpPr/>
          <p:nvPr/>
        </p:nvSpPr>
        <p:spPr>
          <a:xfrm>
            <a:off x="1554480" y="50749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 deployed, working apps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554480" y="5513832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phase ends in a runnable, demo-able mini-project — not just theory.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17920" y="489204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46520" y="5120640"/>
            <a:ext cx="566928" cy="566928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30" name="Text 28"/>
          <p:cNvSpPr/>
          <p:nvPr/>
        </p:nvSpPr>
        <p:spPr>
          <a:xfrm>
            <a:off x="6446520" y="5120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64" dirty="0"/>
          </a:p>
        </p:txBody>
      </p:sp>
      <p:sp>
        <p:nvSpPr>
          <p:cNvPr id="31" name="Text 29"/>
          <p:cNvSpPr/>
          <p:nvPr/>
        </p:nvSpPr>
        <p:spPr>
          <a:xfrm>
            <a:off x="7223760" y="50749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placement-ready profile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223760" y="5513832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technical skill-building with a parallel career/resume/portfolio track.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45-Day Agentic AI &amp; Generative AI Internship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120640"/>
            <a:ext cx="3657600" cy="3657600"/>
          </a:xfrm>
          <a:prstGeom prst="ellipse">
            <a:avLst/>
          </a:prstGeom>
          <a:solidFill>
            <a:srgbClr val="1E2A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DAYS 1–15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1–7: a Python power-up. Days 8–15: first steps into the AI/LLM track.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121A2E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945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Power-Up (Days 1–7)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68680" y="2724912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1078992" y="25786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types, operators &amp; variables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3182112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1078992" y="30358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&amp; f-strings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3639312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1078992" y="34930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Conditionals &amp; logical operators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68680" y="4096512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5" name="Text 13"/>
          <p:cNvSpPr/>
          <p:nvPr/>
        </p:nvSpPr>
        <p:spPr>
          <a:xfrm>
            <a:off x="1078992" y="39502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(while / for / range)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68680" y="4553712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7" name="Text 15"/>
          <p:cNvSpPr/>
          <p:nvPr/>
        </p:nvSpPr>
        <p:spPr>
          <a:xfrm>
            <a:off x="1078992" y="44074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Functions, scope, *args/**kwargs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68680" y="5010912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9" name="Text 17"/>
          <p:cNvSpPr/>
          <p:nvPr/>
        </p:nvSpPr>
        <p:spPr>
          <a:xfrm>
            <a:off x="1078992" y="48646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structures: lists, dicts, tuples, sets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68680" y="5468112"/>
            <a:ext cx="82296" cy="822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1" name="Text 19"/>
          <p:cNvSpPr/>
          <p:nvPr/>
        </p:nvSpPr>
        <p:spPr>
          <a:xfrm>
            <a:off x="1078992" y="53218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Errors, modules &amp; OOP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72200" y="196596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121A2E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21945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DD3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Into AI/LLM Track (Days 8–15)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492240" y="2724912"/>
            <a:ext cx="82296" cy="82296"/>
          </a:xfrm>
          <a:prstGeom prst="ellipse">
            <a:avLst/>
          </a:prstGeom>
          <a:solidFill>
            <a:srgbClr val="7DD3FC"/>
          </a:solidFill>
          <a:ln/>
        </p:spPr>
      </p:sp>
      <p:sp>
        <p:nvSpPr>
          <p:cNvPr id="25" name="Text 23"/>
          <p:cNvSpPr/>
          <p:nvPr/>
        </p:nvSpPr>
        <p:spPr>
          <a:xfrm>
            <a:off x="6702552" y="25786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requests &amp; async Python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92240" y="3182112"/>
            <a:ext cx="82296" cy="82296"/>
          </a:xfrm>
          <a:prstGeom prst="ellipse">
            <a:avLst/>
          </a:prstGeom>
          <a:solidFill>
            <a:srgbClr val="7DD3FC"/>
          </a:solidFill>
          <a:ln/>
        </p:spPr>
      </p:sp>
      <p:sp>
        <p:nvSpPr>
          <p:cNvPr id="27" name="Text 25"/>
          <p:cNvSpPr/>
          <p:nvPr/>
        </p:nvSpPr>
        <p:spPr>
          <a:xfrm>
            <a:off x="6702552" y="30358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config with dotenv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92240" y="3639312"/>
            <a:ext cx="82296" cy="82296"/>
          </a:xfrm>
          <a:prstGeom prst="ellipse">
            <a:avLst/>
          </a:prstGeom>
          <a:solidFill>
            <a:srgbClr val="7DD3FC"/>
          </a:solidFill>
          <a:ln/>
        </p:spPr>
      </p:sp>
      <p:sp>
        <p:nvSpPr>
          <p:cNvPr id="29" name="Text 27"/>
          <p:cNvSpPr/>
          <p:nvPr/>
        </p:nvSpPr>
        <p:spPr>
          <a:xfrm>
            <a:off x="6702552" y="34930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 with Pydantic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92240" y="4096512"/>
            <a:ext cx="82296" cy="82296"/>
          </a:xfrm>
          <a:prstGeom prst="ellipse">
            <a:avLst/>
          </a:prstGeom>
          <a:solidFill>
            <a:srgbClr val="7DD3FC"/>
          </a:solidFill>
          <a:ln/>
        </p:spPr>
      </p:sp>
      <p:sp>
        <p:nvSpPr>
          <p:cNvPr id="31" name="Text 29"/>
          <p:cNvSpPr/>
          <p:nvPr/>
        </p:nvSpPr>
        <p:spPr>
          <a:xfrm>
            <a:off x="6702552" y="39502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Groq API call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492240" y="4553712"/>
            <a:ext cx="82296" cy="82296"/>
          </a:xfrm>
          <a:prstGeom prst="ellipse">
            <a:avLst/>
          </a:prstGeom>
          <a:solidFill>
            <a:srgbClr val="7DD3FC"/>
          </a:solidFill>
          <a:ln/>
        </p:spPr>
      </p:sp>
      <p:sp>
        <p:nvSpPr>
          <p:cNvPr id="33" name="Text 31"/>
          <p:cNvSpPr/>
          <p:nvPr/>
        </p:nvSpPr>
        <p:spPr>
          <a:xfrm>
            <a:off x="6702552" y="44074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techniques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492240" y="5010912"/>
            <a:ext cx="82296" cy="82296"/>
          </a:xfrm>
          <a:prstGeom prst="ellipse">
            <a:avLst/>
          </a:prstGeom>
          <a:solidFill>
            <a:srgbClr val="7DD3FC"/>
          </a:solidFill>
          <a:ln/>
        </p:spPr>
      </p:sp>
      <p:sp>
        <p:nvSpPr>
          <p:cNvPr id="35" name="Text 33"/>
          <p:cNvSpPr/>
          <p:nvPr/>
        </p:nvSpPr>
        <p:spPr>
          <a:xfrm>
            <a:off x="6702552" y="48646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Multi-provider LLM patterns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492240" y="5468112"/>
            <a:ext cx="82296" cy="82296"/>
          </a:xfrm>
          <a:prstGeom prst="ellipse">
            <a:avLst/>
          </a:prstGeom>
          <a:solidFill>
            <a:srgbClr val="7DD3FC"/>
          </a:solidFill>
          <a:ln/>
        </p:spPr>
      </p:sp>
      <p:sp>
        <p:nvSpPr>
          <p:cNvPr id="37" name="Text 35"/>
          <p:cNvSpPr/>
          <p:nvPr/>
        </p:nvSpPr>
        <p:spPr>
          <a:xfrm>
            <a:off x="6702552" y="53218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for quick UIs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48640" y="6263640"/>
            <a:ext cx="11018520" cy="18288"/>
          </a:xfrm>
          <a:prstGeom prst="roundRect">
            <a:avLst/>
          </a:prstGeom>
          <a:solidFill>
            <a:srgbClr val="121A2E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45-Day Agentic AI &amp; Generative AI Internship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DAYS 16–20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&amp; Memory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048256" cy="3108960"/>
          </a:xfrm>
          <a:prstGeom prst="roundRect">
            <a:avLst>
              <a:gd name="adj" fmla="val 40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85623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BD5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13232" y="2377440"/>
            <a:ext cx="17190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 Chatbot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3232" y="2926080"/>
            <a:ext cx="171907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command-line chatbot with persistent conversation memory.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 rot="5400000">
            <a:off x="2587752" y="3163824"/>
            <a:ext cx="146304" cy="164592"/>
          </a:xfrm>
          <a:prstGeom prst="triangle">
            <a:avLst/>
          </a:prstGeom>
          <a:solidFill>
            <a:srgbClr val="CBD5E1"/>
          </a:solidFill>
          <a:ln/>
        </p:spPr>
      </p:sp>
      <p:sp>
        <p:nvSpPr>
          <p:cNvPr id="9" name="Shape 7"/>
          <p:cNvSpPr/>
          <p:nvPr/>
        </p:nvSpPr>
        <p:spPr>
          <a:xfrm>
            <a:off x="2724912" y="1691640"/>
            <a:ext cx="2048256" cy="3108960"/>
          </a:xfrm>
          <a:prstGeom prst="roundRect">
            <a:avLst>
              <a:gd name="adj" fmla="val 40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9504" y="185623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BD5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889504" y="2377440"/>
            <a:ext cx="17190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89504" y="2926080"/>
            <a:ext cx="171907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how text embeddings represent meaning as vectors.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 rot="5400000">
            <a:off x="4764024" y="3163824"/>
            <a:ext cx="146304" cy="164592"/>
          </a:xfrm>
          <a:prstGeom prst="triangle">
            <a:avLst/>
          </a:prstGeom>
          <a:solidFill>
            <a:srgbClr val="CBD5E1"/>
          </a:solidFill>
          <a:ln/>
        </p:spPr>
      </p:sp>
      <p:sp>
        <p:nvSpPr>
          <p:cNvPr id="14" name="Shape 12"/>
          <p:cNvSpPr/>
          <p:nvPr/>
        </p:nvSpPr>
        <p:spPr>
          <a:xfrm>
            <a:off x="4901184" y="1691640"/>
            <a:ext cx="2048256" cy="3108960"/>
          </a:xfrm>
          <a:prstGeom prst="roundRect">
            <a:avLst>
              <a:gd name="adj" fmla="val 40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65776" y="185623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BD5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065776" y="2377440"/>
            <a:ext cx="17190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Search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65776" y="2926080"/>
            <a:ext cx="171907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similarity-based search over document content.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 rot="5400000">
            <a:off x="6940296" y="3163824"/>
            <a:ext cx="146304" cy="164592"/>
          </a:xfrm>
          <a:prstGeom prst="triangle">
            <a:avLst/>
          </a:prstGeom>
          <a:solidFill>
            <a:srgbClr val="CBD5E1"/>
          </a:solidFill>
          <a:ln/>
        </p:spPr>
      </p:sp>
      <p:sp>
        <p:nvSpPr>
          <p:cNvPr id="19" name="Shape 17"/>
          <p:cNvSpPr/>
          <p:nvPr/>
        </p:nvSpPr>
        <p:spPr>
          <a:xfrm>
            <a:off x="7077456" y="1691640"/>
            <a:ext cx="2048256" cy="3108960"/>
          </a:xfrm>
          <a:prstGeom prst="roundRect">
            <a:avLst>
              <a:gd name="adj" fmla="val 40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42048" y="185623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BD5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242048" y="2377440"/>
            <a:ext cx="17190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DB (Chroma)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242048" y="2926080"/>
            <a:ext cx="171907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and queried embeddings using a Chroma vector database.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 rot="5400000">
            <a:off x="9116568" y="3163824"/>
            <a:ext cx="146304" cy="164592"/>
          </a:xfrm>
          <a:prstGeom prst="triangle">
            <a:avLst/>
          </a:prstGeom>
          <a:solidFill>
            <a:srgbClr val="CBD5E1"/>
          </a:solidFill>
          <a:ln/>
        </p:spPr>
      </p:sp>
      <p:sp>
        <p:nvSpPr>
          <p:cNvPr id="24" name="Shape 22"/>
          <p:cNvSpPr/>
          <p:nvPr/>
        </p:nvSpPr>
        <p:spPr>
          <a:xfrm>
            <a:off x="9253728" y="1691640"/>
            <a:ext cx="2048256" cy="3108960"/>
          </a:xfrm>
          <a:prstGeom prst="roundRect">
            <a:avLst>
              <a:gd name="adj" fmla="val 4018"/>
            </a:avLst>
          </a:prstGeom>
          <a:solidFill>
            <a:srgbClr val="0B1220"/>
          </a:solidFill>
          <a:ln/>
        </p:spPr>
      </p:sp>
      <p:sp>
        <p:nvSpPr>
          <p:cNvPr id="25" name="Text 23"/>
          <p:cNvSpPr/>
          <p:nvPr/>
        </p:nvSpPr>
        <p:spPr>
          <a:xfrm>
            <a:off x="9418320" y="185623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418320" y="2377440"/>
            <a:ext cx="17190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UI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418320" y="2926080"/>
            <a:ext cx="171907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Wrapped the pipeline in an interactive Streamlit web app.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5074920"/>
            <a:ext cx="11018520" cy="1051560"/>
          </a:xfrm>
          <a:prstGeom prst="roundRect">
            <a:avLst>
              <a:gd name="adj" fmla="val 8696"/>
            </a:avLst>
          </a:prstGeom>
          <a:solidFill>
            <a:srgbClr val="EAF6FA"/>
          </a:solidFill>
          <a:ln w="12700">
            <a:solidFill>
              <a:srgbClr val="BEE7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52303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MINI-PROJECT 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68680" y="54864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With Your Documents — a working RAG app to ask natural-language questions over uploaded files.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45-Day Agentic AI &amp; Generative AI Internship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1E2A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DAYS 21–33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 &amp; Tools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of agentic AI — from LangChain fundamentals to multi-agent orchestration.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121A2E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1945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77063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LangChain Fundamentals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77240" y="313639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LCEL, prompt templates, output parsers, memory.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196596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121A2E"/>
          </a:solidFill>
          <a:ln/>
        </p:spPr>
      </p:sp>
      <p:sp>
        <p:nvSpPr>
          <p:cNvPr id="12" name="Shape 10"/>
          <p:cNvSpPr/>
          <p:nvPr/>
        </p:nvSpPr>
        <p:spPr>
          <a:xfrm>
            <a:off x="4526280" y="21945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26280" y="277063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Function Calling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26280" y="313639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Text-to-SQL agent — “Chat With Your Database”.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46720" y="196596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121A2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75320" y="21945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/>
        </p:spPr>
      </p:sp>
      <p:sp>
        <p:nvSpPr>
          <p:cNvPr id="18" name="Text 16"/>
          <p:cNvSpPr/>
          <p:nvPr/>
        </p:nvSpPr>
        <p:spPr>
          <a:xfrm>
            <a:off x="827532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75320" y="277063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LangGraph &amp; ReAct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275320" y="313639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Graph-based reasoning and ReAct-style agents.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88620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121A2E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41148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77240" y="469087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Multi-Agent Patterns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77240" y="505663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Sequential, supervisor &amp; parallel agent workflows.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97680" y="388620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121A2E"/>
          </a:solidFill>
          <a:ln/>
        </p:spPr>
      </p:sp>
      <p:sp>
        <p:nvSpPr>
          <p:cNvPr id="27" name="Shape 25"/>
          <p:cNvSpPr/>
          <p:nvPr/>
        </p:nvSpPr>
        <p:spPr>
          <a:xfrm>
            <a:off x="4526280" y="41148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/>
        </p:spPr>
      </p:sp>
      <p:sp>
        <p:nvSpPr>
          <p:cNvPr id="28" name="Text 26"/>
          <p:cNvSpPr/>
          <p:nvPr/>
        </p:nvSpPr>
        <p:spPr>
          <a:xfrm>
            <a:off x="452628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26280" y="469087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CrewAI &amp; AutoGen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526280" y="505663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frameworks for collaborative agent teams.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046720" y="388620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121A2E"/>
          </a:solidFill>
          <a:ln/>
        </p:spPr>
      </p:sp>
      <p:sp>
        <p:nvSpPr>
          <p:cNvPr id="32" name="Shape 30"/>
          <p:cNvSpPr/>
          <p:nvPr/>
        </p:nvSpPr>
        <p:spPr>
          <a:xfrm>
            <a:off x="8275320" y="41148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/>
        </p:spPr>
      </p:sp>
      <p:sp>
        <p:nvSpPr>
          <p:cNvPr id="33" name="Text 31"/>
          <p:cNvSpPr/>
          <p:nvPr/>
        </p:nvSpPr>
        <p:spPr>
          <a:xfrm>
            <a:off x="827532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275320" y="469087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 &amp; Guardrails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8275320" y="505663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with Langfuse; safety guardrails for agents.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61722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Mini-Project 3: Research Agent — an autonomous agent that plans, searches and summarizes.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45-Day Agentic AI &amp; Generative AI Internship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DAYS 39–46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 &amp; Placement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30936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20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 Build Sprint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68680" y="2468880"/>
            <a:ext cx="457200" cy="457200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63040" y="244144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2761488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a full agentic/RAG application end-to-end.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68680" y="3364992"/>
            <a:ext cx="457200" cy="457200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364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63040" y="33375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36576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the capstone using the full stack learned across phases.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68680" y="4261104"/>
            <a:ext cx="457200" cy="457200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261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63040" y="423367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4553712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it live on a free-tier host (HF Spaces / Streamlit Cloud / Render).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68680" y="5157216"/>
            <a:ext cx="457200" cy="457200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157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463040" y="5129784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63040" y="5449824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the working project on Demo Day.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086600" y="1691640"/>
            <a:ext cx="4480560" cy="4434840"/>
          </a:xfrm>
          <a:prstGeom prst="roundRect">
            <a:avLst>
              <a:gd name="adj" fmla="val 2062"/>
            </a:avLst>
          </a:prstGeom>
          <a:solidFill>
            <a:srgbClr val="0B1220"/>
          </a:solidFill>
          <a:ln/>
        </p:spPr>
      </p:sp>
      <p:sp>
        <p:nvSpPr>
          <p:cNvPr id="23" name="Text 21"/>
          <p:cNvSpPr/>
          <p:nvPr/>
        </p:nvSpPr>
        <p:spPr>
          <a:xfrm>
            <a:off x="7406640" y="19202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 Launchpad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406640" y="23317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parallel 30-minute daily talk track, run alongside the technical curriculum.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406640" y="3127248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6" name="Text 24"/>
          <p:cNvSpPr/>
          <p:nvPr/>
        </p:nvSpPr>
        <p:spPr>
          <a:xfrm>
            <a:off x="7635240" y="29718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Build-in-public habits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406640" y="3630168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8" name="Text 26"/>
          <p:cNvSpPr/>
          <p:nvPr/>
        </p:nvSpPr>
        <p:spPr>
          <a:xfrm>
            <a:off x="7635240" y="3474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 strategy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406640" y="4133088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0" name="Text 28"/>
          <p:cNvSpPr/>
          <p:nvPr/>
        </p:nvSpPr>
        <p:spPr>
          <a:xfrm>
            <a:off x="7635240" y="39776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&amp; portfolio building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406640" y="4636008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2" name="Text 30"/>
          <p:cNvSpPr/>
          <p:nvPr/>
        </p:nvSpPr>
        <p:spPr>
          <a:xfrm>
            <a:off x="7635240" y="4480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hired &amp; winning clients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45-Day Agentic AI &amp; Generative AI Internship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Projects Built During the Internship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" y="1490472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0B1220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49047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783080" y="145389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Content Summarizer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783080" y="17830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" y="2404872"/>
            <a:ext cx="488289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Streamlit app that summarizes long-form content using multi-provider LLM APIs and prompt engineering.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23444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73952" y="1490472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0B1220"/>
          </a:solidFill>
          <a:ln/>
        </p:spPr>
      </p:sp>
      <p:sp>
        <p:nvSpPr>
          <p:cNvPr id="11" name="Text 9"/>
          <p:cNvSpPr/>
          <p:nvPr/>
        </p:nvSpPr>
        <p:spPr>
          <a:xfrm>
            <a:off x="6473952" y="149047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452360" y="145389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 With Your Documents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452360" y="17830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73952" y="2404872"/>
            <a:ext cx="488289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RAG application enabling natural-language Q&amp;A over user-uploaded documents, powered by Chroma embeddings.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61188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3867912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0B1220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386791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783080" y="383133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 With Your Database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783080" y="4160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4672" y="4782312"/>
            <a:ext cx="488289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text-to-SQL agent that converts natural language into database queries using tool/function calling.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361188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73952" y="3867912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0B1220"/>
          </a:solidFill>
          <a:ln/>
        </p:spPr>
      </p:sp>
      <p:sp>
        <p:nvSpPr>
          <p:cNvPr id="23" name="Text 21"/>
          <p:cNvSpPr/>
          <p:nvPr/>
        </p:nvSpPr>
        <p:spPr>
          <a:xfrm>
            <a:off x="6473952" y="386791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452360" y="383133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Agent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7452360" y="4160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73952" y="4782312"/>
            <a:ext cx="488289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 multi-step agent built with LangGraph/CrewAI that plans, searches, and summarizes research.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45-Day Agentic AI &amp; Generative AI Internship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4572000" cy="4572000"/>
          </a:xfrm>
          <a:prstGeom prst="ellipse">
            <a:avLst/>
          </a:prstGeom>
          <a:solidFill>
            <a:srgbClr val="1E2A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&amp; Key Learnings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49240" cy="4709160"/>
          </a:xfrm>
          <a:prstGeom prst="roundRect">
            <a:avLst>
              <a:gd name="adj" fmla="val 1942"/>
            </a:avLst>
          </a:prstGeom>
          <a:solidFill>
            <a:srgbClr val="121A2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4592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Skills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68680" y="2322576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167128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 (advanced)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2916936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761488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 integration (Groq, Gemini, HF, Ollama)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3511296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355848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4105656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950208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pipelines &amp; vector search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68680" y="4700016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544568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/ LangGraph / CrewAI / AutoGen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68680" y="5294376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5138928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on free-tier cloud platforms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1371600"/>
            <a:ext cx="5349240" cy="4709160"/>
          </a:xfrm>
          <a:prstGeom prst="roundRect">
            <a:avLst>
              <a:gd name="adj" fmla="val 1942"/>
            </a:avLst>
          </a:prstGeom>
          <a:solidFill>
            <a:srgbClr val="121A2E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164592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Professional Skills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537960" y="2322576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2167128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large problems into daily milestones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37960" y="2916936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2761488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structuring project documentation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37960" y="3511296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0" y="3355848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multi-provider API integrations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537960" y="4105656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7" name="Text 25"/>
          <p:cNvSpPr/>
          <p:nvPr/>
        </p:nvSpPr>
        <p:spPr>
          <a:xfrm>
            <a:off x="6766560" y="3950208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in public &amp; documenting progress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537960" y="4700016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9" name="Text 27"/>
          <p:cNvSpPr/>
          <p:nvPr/>
        </p:nvSpPr>
        <p:spPr>
          <a:xfrm>
            <a:off x="6766560" y="4544568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Presenting technical work clearly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537960" y="5294376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1" name="Text 29"/>
          <p:cNvSpPr/>
          <p:nvPr/>
        </p:nvSpPr>
        <p:spPr>
          <a:xfrm>
            <a:off x="6766560" y="5138928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&amp; portfolio building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45-Day Agentic AI &amp; Generative AI Internship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E2A45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1828800"/>
            <a:ext cx="4572000" cy="4572000"/>
          </a:xfrm>
          <a:prstGeom prst="ellipse">
            <a:avLst/>
          </a:prstGeom>
          <a:solidFill>
            <a:srgbClr val="121A2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202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645920" y="2880360"/>
            <a:ext cx="8869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45-day internship gave me hands-on, end-to-end experience across the full Agentic AI &amp; Generative AI stack — from Python foundations to deployed, agentic AI applications.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108960" y="4023360"/>
            <a:ext cx="5943600" cy="1417320"/>
          </a:xfrm>
          <a:prstGeom prst="roundRect">
            <a:avLst>
              <a:gd name="adj" fmla="val 6452"/>
            </a:avLst>
          </a:prstGeom>
          <a:solidFill>
            <a:srgbClr val="121A2E"/>
          </a:solidFill>
          <a:ln/>
        </p:spPr>
      </p:sp>
      <p:sp>
        <p:nvSpPr>
          <p:cNvPr id="7" name="Text 5"/>
          <p:cNvSpPr/>
          <p:nvPr/>
        </p:nvSpPr>
        <p:spPr>
          <a:xfrm>
            <a:off x="3108960" y="42519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Ayush Singh  ·  MCA2025113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108960" y="46177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Invertis University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08960" y="49377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 Ms. Suhani Bhardwaj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45-Day Agentic AI &amp; Generative AI Internship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548640" y="457200"/>
            <a:ext cx="800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· DAYS 36–45</a:t>
            </a:r>
            <a:endParaRPr lang="en-US" sz="1200" dirty="0"/>
          </a:p>
        </p:txBody>
      </p:sp>
      <p:sp>
        <p:nvSpPr>
          <p:cNvPr id="3" name="Title"/>
          <p:cNvSpPr/>
          <p:nvPr/>
        </p:nvSpPr>
        <p:spPr>
          <a:xfrm>
            <a:off x="548640" y="777240"/>
            <a:ext cx="850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Content Studio</a:t>
            </a:r>
            <a:endParaRPr lang="en-US" sz="3200" dirty="0"/>
          </a:p>
        </p:txBody>
      </p:sp>
      <p:sp>
        <p:nvSpPr>
          <p:cNvPr id="4" name="Subtitle"/>
          <p:cNvSpPr/>
          <p:nvPr/>
        </p:nvSpPr>
        <p:spPr>
          <a:xfrm>
            <a:off x="548640" y="1417320"/>
            <a:ext cx="5900000" cy="5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conceptualised, built and deployed as the final capstone — a Streamlit app that turns one topic into 17 polished, ready-to-publish content formats.</a:t>
            </a:r>
            <a:endParaRPr lang="en-US" sz="1300" i="1" dirty="0"/>
          </a:p>
        </p:txBody>
      </p:sp>
      <p:sp>
        <p:nvSpPr>
          <p:cNvPr id="5" name="FeaturesHeader"/>
          <p:cNvSpPr/>
          <p:nvPr/>
        </p:nvSpPr>
        <p:spPr>
          <a:xfrm>
            <a:off x="548640" y="2100000"/>
            <a:ext cx="590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1500" dirty="0"/>
          </a:p>
        </p:txBody>
      </p:sp>
      <p:sp>
        <p:nvSpPr>
          <p:cNvPr id="6" name="Dot1"/>
          <p:cNvSpPr/>
          <p:nvPr/>
        </p:nvSpPr>
        <p:spPr>
          <a:xfrm>
            <a:off x="548640" y="2610000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7" name="Feat1"/>
          <p:cNvSpPr/>
          <p:nvPr/>
        </p:nvSpPr>
        <p:spPr>
          <a:xfrm>
            <a:off x="778640" y="2540000"/>
            <a:ext cx="5670000" cy="4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AI content types — blogs, social posts, emails, ads &amp; more</a:t>
            </a:r>
            <a:endParaRPr lang="en-US" sz="1100" dirty="0"/>
          </a:p>
        </p:txBody>
      </p:sp>
      <p:sp>
        <p:nvSpPr>
          <p:cNvPr id="8" name="Dot2"/>
          <p:cNvSpPr/>
          <p:nvPr/>
        </p:nvSpPr>
        <p:spPr>
          <a:xfrm>
            <a:off x="548640" y="3130000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9" name="Feat2"/>
          <p:cNvSpPr/>
          <p:nvPr/>
        </p:nvSpPr>
        <p:spPr>
          <a:xfrm>
            <a:off x="778640" y="3060000"/>
            <a:ext cx="5670000" cy="4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Prompt Builder — tone, audience, creativity, live preview</a:t>
            </a:r>
            <a:endParaRPr lang="en-US" sz="1100" dirty="0"/>
          </a:p>
        </p:txBody>
      </p:sp>
      <p:sp>
        <p:nvSpPr>
          <p:cNvPr id="10" name="Dot3"/>
          <p:cNvSpPr/>
          <p:nvPr/>
        </p:nvSpPr>
        <p:spPr>
          <a:xfrm>
            <a:off x="548640" y="3650000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1" name="Feat3"/>
          <p:cNvSpPr/>
          <p:nvPr/>
        </p:nvSpPr>
        <p:spPr>
          <a:xfrm>
            <a:off x="778640" y="3580000"/>
            <a:ext cx="5670000" cy="4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 + LangChain (LCEL) for fast, chained generation</a:t>
            </a:r>
            <a:endParaRPr lang="en-US" sz="1100" dirty="0"/>
          </a:p>
        </p:txBody>
      </p:sp>
      <p:sp>
        <p:nvSpPr>
          <p:cNvPr id="12" name="Dot4"/>
          <p:cNvSpPr/>
          <p:nvPr/>
        </p:nvSpPr>
        <p:spPr>
          <a:xfrm>
            <a:off x="548640" y="4170000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3" name="Feat4"/>
          <p:cNvSpPr/>
          <p:nvPr/>
        </p:nvSpPr>
        <p:spPr>
          <a:xfrm>
            <a:off x="778640" y="4100000"/>
            <a:ext cx="5670000" cy="4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actions — Rewrite, Expand, Summarize, Humanize, SEO</a:t>
            </a:r>
            <a:endParaRPr lang="en-US" sz="1100" dirty="0"/>
          </a:p>
        </p:txBody>
      </p:sp>
      <p:sp>
        <p:nvSpPr>
          <p:cNvPr id="14" name="Dot5"/>
          <p:cNvSpPr/>
          <p:nvPr/>
        </p:nvSpPr>
        <p:spPr>
          <a:xfrm>
            <a:off x="548640" y="4690000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5" name="Feat5"/>
          <p:cNvSpPr/>
          <p:nvPr/>
        </p:nvSpPr>
        <p:spPr>
          <a:xfrm>
            <a:off x="778640" y="4620000"/>
            <a:ext cx="5670000" cy="4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checks — AI-detection, readability &amp; SEO analysis</a:t>
            </a:r>
            <a:endParaRPr lang="en-US" sz="1100" dirty="0"/>
          </a:p>
        </p:txBody>
      </p:sp>
      <p:sp>
        <p:nvSpPr>
          <p:cNvPr id="16" name="Dot6"/>
          <p:cNvSpPr/>
          <p:nvPr/>
        </p:nvSpPr>
        <p:spPr>
          <a:xfrm>
            <a:off x="548640" y="5210000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7" name="Feat6"/>
          <p:cNvSpPr/>
          <p:nvPr/>
        </p:nvSpPr>
        <p:spPr>
          <a:xfrm>
            <a:off x="778640" y="5140000"/>
            <a:ext cx="5670000" cy="4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Multi-format export — TXT, Markdown, DOCX &amp; PDF</a:t>
            </a:r>
            <a:endParaRPr lang="en-US" sz="1100" dirty="0"/>
          </a:p>
        </p:txBody>
      </p:sp>
      <p:sp>
        <p:nvSpPr>
          <p:cNvPr id="18" name="TechStack"/>
          <p:cNvSpPr/>
          <p:nvPr/>
        </p:nvSpPr>
        <p:spPr>
          <a:xfrm>
            <a:off x="548640" y="5720000"/>
            <a:ext cx="5900000" cy="5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Python · Streamlit · Groq API · LangChain (LCEL) · python-docx · fpdf2</a:t>
            </a:r>
            <a:endParaRPr lang="en-US" sz="1050" i="1" dirty="0"/>
          </a:p>
        </p:txBody>
      </p:sp>
      <p:sp>
        <p:nvSpPr>
          <p:cNvPr id="19" name="BrowserCard"/>
          <p:cNvSpPr/>
          <p:nvPr/>
        </p:nvSpPr>
        <p:spPr>
          <a:xfrm>
            <a:off x="6600000" y="1950000"/>
            <a:ext cx="5040000" cy="274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80000" dist="60000" dir="5400000" rotWithShape="0">
              <a:srgbClr val="0F172A">
                <a:alpha val="18000"/>
              </a:srgbClr>
            </a:outerShdw>
          </a:effectLst>
        </p:spPr>
      </p:sp>
      <p:sp>
        <p:nvSpPr>
          <p:cNvPr id="20" name="Dot_a"/>
          <p:cNvSpPr/>
          <p:nvPr/>
        </p:nvSpPr>
        <p:spPr>
          <a:xfrm>
            <a:off x="6750000" y="2045000"/>
            <a:ext cx="70000" cy="70000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21" name="Dot_b"/>
          <p:cNvSpPr/>
          <p:nvPr/>
        </p:nvSpPr>
        <p:spPr>
          <a:xfrm>
            <a:off x="6880000" y="2045000"/>
            <a:ext cx="70000" cy="70000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22" name="Dot_c"/>
          <p:cNvSpPr/>
          <p:nvPr/>
        </p:nvSpPr>
        <p:spPr>
          <a:xfrm>
            <a:off x="7010000" y="2045000"/>
            <a:ext cx="70000" cy="7000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23" name="AI Content Studio interfa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0000" y="2270000"/>
            <a:ext cx="4740000" cy="2261000"/>
          </a:xfrm>
          <a:prstGeom prst="rect">
            <a:avLst/>
          </a:prstGeom>
          <a:ln w="6350">
            <a:solidFill>
              <a:srgbClr val="E2E8F0"/>
            </a:solidFill>
          </a:ln>
        </p:spPr>
      </p:pic>
      <p:sp>
        <p:nvSpPr>
          <p:cNvPr id="24" name="LinkBadge"/>
          <p:cNvSpPr/>
          <p:nvPr/>
        </p:nvSpPr>
        <p:spPr>
          <a:xfrm>
            <a:off x="6600000" y="4850000"/>
            <a:ext cx="5040000" cy="620000"/>
          </a:xfrm>
          <a:prstGeom prst="roundRect">
            <a:avLst>
              <a:gd name="adj" fmla="val 12000"/>
            </a:avLst>
          </a:prstGeom>
          <a:solidFill>
            <a:srgbClr val="0B122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APPLICATION</a:t>
            </a:r>
          </a:p>
          <a:p>
            <a:pPr algn="ctr" indent="0" marL="0">
              <a:buNone/>
            </a:pPr>
            <a:r>
              <a:rPr lang="en-US" sz="1300" b="1" dirty="0">
                <a:hlinkClick xmlns:r="http://schemas.openxmlformats.org/officeDocument/2006/relationships" r:id="rId3"/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ai-content-studio-m8q2.onrender.com</a:t>
            </a:r>
            <a:endParaRPr lang="en-US" sz="1300" b="1" dirty="0"/>
          </a:p>
        </p:txBody>
      </p:sp>
      <p:sp>
        <p:nvSpPr>
          <p:cNvPr id="25" name="Caption"/>
          <p:cNvSpPr/>
          <p:nvPr/>
        </p:nvSpPr>
        <p:spPr>
          <a:xfrm>
            <a:off x="6600000" y="5540000"/>
            <a:ext cx="504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Content Studio — application interface</a:t>
            </a:r>
            <a:endParaRPr lang="en-US" sz="1000" i="1" dirty="0"/>
          </a:p>
        </p:txBody>
      </p:sp>
      <p:sp>
        <p:nvSpPr>
          <p:cNvPr id="26" name="FooterLeft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45-Day Agentic AI &amp; Generative AI Internship</a:t>
            </a:r>
            <a:endParaRPr lang="en-US" sz="900" dirty="0"/>
          </a:p>
        </p:txBody>
      </p:sp>
      <p:sp>
        <p:nvSpPr>
          <p:cNvPr id="27" name="FooterRight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2026-09-05T07:43:28Z</dcterms:created>
  <dcterms:modified xsi:type="dcterms:W3CDTF">2026-09-05T07:43:28Z</dcterms:modified>
</cp:coreProperties>
</file>